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36" d="100"/>
          <a:sy n="36" d="100"/>
        </p:scale>
        <p:origin x="1844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BB08CB-508B-4F20-AFAC-90106E65D30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G"/>
        </a:p>
      </dgm:t>
    </dgm:pt>
    <dgm:pt modelId="{A7BFB3D7-9C84-4AB9-956B-A2478988FC7C}" type="pres">
      <dgm:prSet presAssocID="{85BB08CB-508B-4F20-AFAC-90106E65D30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</dgm:ptLst>
  <dgm:cxnLst>
    <dgm:cxn modelId="{7485CF06-8671-4E03-9087-12E2EF2ECFAE}" type="presOf" srcId="{85BB08CB-508B-4F20-AFAC-90106E65D30D}" destId="{A7BFB3D7-9C84-4AB9-956B-A2478988FC7C}" srcOrd="0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D1CE-F254-DCC3-C108-A7BF9804B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B8DEA-DB63-D2B8-CB58-204DC58FB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4A690-62FE-EC48-DA67-3C7E79546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FCB2D-3FA4-474E-A0CD-7631DB5EA296}" type="datetimeFigureOut">
              <a:rPr lang="en-UG" smtClean="0"/>
              <a:t>28/04/2025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2A3FB-518C-1EE2-4A55-57AAB4FF7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1DBD0-CFB6-204F-3AA6-042C9D98F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6350-862B-40B5-8013-8478F8D1236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334408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E9262-4576-9DF3-EE8F-0EED29357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8B1DC-EA6A-3D37-9F17-7F8AE749F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598E4-0271-B097-1451-54818D87C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FCB2D-3FA4-474E-A0CD-7631DB5EA296}" type="datetimeFigureOut">
              <a:rPr lang="en-UG" smtClean="0"/>
              <a:t>28/04/2025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D543B-1FA7-7547-11EA-65F1DB538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06983-50AD-3678-2BFF-BF3F68BC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6350-862B-40B5-8013-8478F8D1236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902362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0E960-6E08-29E4-953B-49D0A78D4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8A825-595A-E436-E662-CA3BD47DA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8477D-DC7E-63B7-C91F-A8E126857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FCB2D-3FA4-474E-A0CD-7631DB5EA296}" type="datetimeFigureOut">
              <a:rPr lang="en-UG" smtClean="0"/>
              <a:t>28/04/2025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FB322-0FE6-0506-E22C-6ACCAB948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DA71C-9CC2-A056-3FBA-FDAA8ED3F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6350-862B-40B5-8013-8478F8D1236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722338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42073-AC0C-F120-2661-C8629F82B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4C00B-E092-38AE-CA50-073C68A6D9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6A669-C910-B194-57B3-90AB761E5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9201C-06C8-3C20-AE43-CDE84736E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FCB2D-3FA4-474E-A0CD-7631DB5EA296}" type="datetimeFigureOut">
              <a:rPr lang="en-UG" smtClean="0"/>
              <a:t>28/04/2025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E1F55-36FA-3FE1-93AB-69DB55040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E4C5D-D0F8-3772-4C22-721AD212B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6350-862B-40B5-8013-8478F8D1236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32816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18B6F-81B3-99E1-F63D-CC719C1CE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691F1-15A8-0C17-647F-0E20FA5B1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3C129-7261-209E-E8A6-D1F75C0D6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854C28-955F-5A96-2F33-FA4AABE8FC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D0996-A9E1-73C6-4D17-68DF470118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39B432-D475-28DA-73A1-9F61D6AA2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FCB2D-3FA4-474E-A0CD-7631DB5EA296}" type="datetimeFigureOut">
              <a:rPr lang="en-UG" smtClean="0"/>
              <a:t>28/04/2025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E1336C-4D13-A52C-7D17-F12CD9ADA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E0DD14-B4F5-64CF-CC80-6B73CD8F1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6350-862B-40B5-8013-8478F8D1236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909704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73135-95D0-FE5A-686A-B6DFAED44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144AF-2043-B1F2-804D-549F640A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FCB2D-3FA4-474E-A0CD-7631DB5EA296}" type="datetimeFigureOut">
              <a:rPr lang="en-UG" smtClean="0"/>
              <a:t>28/04/2025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96A62-C967-AFC7-D61D-392D3491D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B3717B-A654-4C6D-3EBC-14BDDC75E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6350-862B-40B5-8013-8478F8D1236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005592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8AF992-F41F-C690-0B7A-5F9408B74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FCB2D-3FA4-474E-A0CD-7631DB5EA296}" type="datetimeFigureOut">
              <a:rPr lang="en-UG" smtClean="0"/>
              <a:t>28/04/2025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DEF6E1-D43C-FB0C-1DEE-8E256AF01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480FF-BD23-E2D6-A0DD-E5C1FC08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6350-862B-40B5-8013-8478F8D1236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362029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BF59E-A84B-5A7D-8014-346B616B7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E2BE4-C2F1-62E9-3F8B-E453058A8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D67E92-3FEE-0904-DDF6-47BEE6214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D5DAF-4EE3-3B2C-CA48-07889D553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FCB2D-3FA4-474E-A0CD-7631DB5EA296}" type="datetimeFigureOut">
              <a:rPr lang="en-UG" smtClean="0"/>
              <a:t>28/04/2025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79A69-6DE8-D557-02B7-7652940BD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DDD9A7-680A-13D7-26CE-F4180E17D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6350-862B-40B5-8013-8478F8D1236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52409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6654A-DAA7-F9FC-7574-D740C072D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0D826F-C5BF-7151-6559-7F8AB3EC6C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5E91B-5665-2E85-58D2-C176D4EC7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B17F6-50CE-D0BF-023C-C8153438D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FCB2D-3FA4-474E-A0CD-7631DB5EA296}" type="datetimeFigureOut">
              <a:rPr lang="en-UG" smtClean="0"/>
              <a:t>28/04/2025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06301-5BB2-D5F3-9C29-B2011FC8C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3A4E0-B22A-9724-F60D-05048D835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6350-862B-40B5-8013-8478F8D1236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786152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4F2AE-B6CD-6718-C886-E988B807D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5610E-82BE-184B-7C72-BC90F940C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E6466-7A9C-C8DE-CACD-0F6C9CDD7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FCB2D-3FA4-474E-A0CD-7631DB5EA296}" type="datetimeFigureOut">
              <a:rPr lang="en-UG" smtClean="0"/>
              <a:t>28/04/2025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39B49-82B8-A3F2-7D4A-3370D4F2D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D705F-7DBC-460E-90F1-D41F89DD1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6350-862B-40B5-8013-8478F8D1236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085677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1EB3D8-44E7-D3E3-5B8B-59C4334D54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CC947-425F-B3EB-91E3-74704A18A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728A5-30CC-C480-757A-F95C2AB95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FCB2D-3FA4-474E-A0CD-7631DB5EA296}" type="datetimeFigureOut">
              <a:rPr lang="en-UG" smtClean="0"/>
              <a:t>28/04/2025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66FBA-D561-B8ED-ECAD-CF10CB237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0A6B1-2061-59C7-D951-651F7F368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6350-862B-40B5-8013-8478F8D1236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952591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FF0CD7-32BA-DFAF-DD6D-495D52C17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3FFD8-B3CD-D1EF-F8B4-E1FC1EC15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87226-B86E-A8A8-9689-1260BBD275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FCB2D-3FA4-474E-A0CD-7631DB5EA296}" type="datetimeFigureOut">
              <a:rPr lang="en-UG" smtClean="0"/>
              <a:t>28/04/2025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ADF35-7D25-3CDA-1AF8-C2E823CA59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63BB6-2EDE-E523-1ADA-476FEF251F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86350-862B-40B5-8013-8478F8D1236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604394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53DF0-9A5B-18E7-A908-1AA9ACE00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HOME PAGE</a:t>
            </a:r>
            <a:endParaRPr lang="en-U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B4B0B8-53F3-D5C8-1E61-A169A37A7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78" y="1690687"/>
            <a:ext cx="11551244" cy="499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947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67490-7B10-3096-9A7B-361E9B6F8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G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5644BD-0FB8-51D6-EE8B-1351796D53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80538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542B6BF-FC12-3E9E-A6C6-184964472F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18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4995A-3495-FB8F-39FB-5F7890498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G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D2D959-0886-6BC4-E34A-FDB6EB8E8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638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4D8F9-F3C3-E3EE-A512-AB7518C94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G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9CB149-B19E-B50D-60B0-993D5502C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424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A0486-1E06-37E8-C71F-B523C6142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GALLERY</a:t>
            </a:r>
            <a:endParaRPr lang="en-U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545D9F-8A6B-20F1-2C28-2AF65570B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19" y="1463574"/>
            <a:ext cx="10922561" cy="393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6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3DC3F-AC7A-D077-0914-351A47DB2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LOGIN FORM</a:t>
            </a:r>
            <a:endParaRPr lang="en-U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2640E4-24EE-F653-19D9-508DBC416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80" y="1337913"/>
            <a:ext cx="8778241" cy="463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47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0B82E-EAEE-4EBF-E908-F3940D9EB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Signup form </a:t>
            </a:r>
            <a:endParaRPr lang="en-U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331151-F2B6-69DF-ED56-B574824EE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664" y="1885870"/>
            <a:ext cx="6653062" cy="460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9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7</Words>
  <Application>Microsoft Office PowerPoint</Application>
  <PresentationFormat>Widescreen</PresentationFormat>
  <Paragraphs>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HOME PAGE</vt:lpstr>
      <vt:lpstr>PowerPoint Presentation</vt:lpstr>
      <vt:lpstr>PowerPoint Presentation</vt:lpstr>
      <vt:lpstr>PowerPoint Presentation</vt:lpstr>
      <vt:lpstr>GALLERY</vt:lpstr>
      <vt:lpstr>LOGIN FORM</vt:lpstr>
      <vt:lpstr>Signup form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junior firpo b</dc:creator>
  <cp:lastModifiedBy>junior firpo b</cp:lastModifiedBy>
  <cp:revision>3</cp:revision>
  <dcterms:created xsi:type="dcterms:W3CDTF">2025-04-17T05:57:27Z</dcterms:created>
  <dcterms:modified xsi:type="dcterms:W3CDTF">2025-04-28T05:03:12Z</dcterms:modified>
</cp:coreProperties>
</file>